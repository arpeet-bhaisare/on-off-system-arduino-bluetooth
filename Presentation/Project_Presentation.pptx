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4" r:id="rId1"/>
  </p:sldMasterIdLst>
  <p:notesMasterIdLst>
    <p:notesMasterId r:id="rId21"/>
  </p:notesMasterIdLst>
  <p:sldIdLst>
    <p:sldId id="256" r:id="rId2"/>
    <p:sldId id="274" r:id="rId3"/>
    <p:sldId id="270" r:id="rId4"/>
    <p:sldId id="257" r:id="rId5"/>
    <p:sldId id="258" r:id="rId6"/>
    <p:sldId id="259" r:id="rId7"/>
    <p:sldId id="260" r:id="rId8"/>
    <p:sldId id="261" r:id="rId9"/>
    <p:sldId id="262" r:id="rId10"/>
    <p:sldId id="263" r:id="rId11"/>
    <p:sldId id="264" r:id="rId12"/>
    <p:sldId id="265" r:id="rId13"/>
    <p:sldId id="266" r:id="rId14"/>
    <p:sldId id="272" r:id="rId15"/>
    <p:sldId id="273" r:id="rId16"/>
    <p:sldId id="267" r:id="rId17"/>
    <p:sldId id="268" r:id="rId18"/>
    <p:sldId id="269" r:id="rId19"/>
    <p:sldId id="27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4596" autoAdjust="0"/>
    <p:restoredTop sz="86297" autoAdjust="0"/>
  </p:normalViewPr>
  <p:slideViewPr>
    <p:cSldViewPr>
      <p:cViewPr varScale="1">
        <p:scale>
          <a:sx n="73" d="100"/>
          <a:sy n="73" d="100"/>
        </p:scale>
        <p:origin x="-1932" y="-102"/>
      </p:cViewPr>
      <p:guideLst>
        <p:guide orient="horz" pos="2160"/>
        <p:guide pos="2880"/>
      </p:guideLst>
    </p:cSldViewPr>
  </p:slideViewPr>
  <p:outlineViewPr>
    <p:cViewPr>
      <p:scale>
        <a:sx n="33" d="100"/>
        <a:sy n="33" d="100"/>
      </p:scale>
      <p:origin x="270" y="23958"/>
    </p:cViewPr>
  </p:outlineViewPr>
  <p:notesTextViewPr>
    <p:cViewPr>
      <p:scale>
        <a:sx n="100" d="100"/>
        <a:sy n="100" d="100"/>
      </p:scale>
      <p:origin x="0" y="0"/>
    </p:cViewPr>
  </p:notesTextViewPr>
  <p:sorterViewPr>
    <p:cViewPr>
      <p:scale>
        <a:sx n="66" d="100"/>
        <a:sy n="66" d="100"/>
      </p:scale>
      <p:origin x="0" y="1692"/>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7FA30D-A8B6-4D27-90DE-51567166BF5C}" type="datetimeFigureOut">
              <a:rPr lang="en-US" smtClean="0"/>
              <a:pPr/>
              <a:t>4/20/2023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EB1E38-CBFA-482D-8121-AA46E1DF77C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D69A12E1-F25B-44B0-9DC2-FFB2C74B1E71}" type="datetime1">
              <a:rPr lang="en-US" smtClean="0"/>
              <a:pPr/>
              <a:t>4/20/2023</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D585F910-C223-47DB-A339-4B2568F51582}" type="slidenum">
              <a:rPr lang="en-US" smtClean="0"/>
              <a:pPr/>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40A6C51-BB9B-42CD-9109-443024FF18AC}" type="datetime1">
              <a:rPr lang="en-US" smtClean="0"/>
              <a:pPr/>
              <a:t>4/20/2023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5F910-C223-47DB-A339-4B2568F5158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2718D29-8D3E-47FB-B947-D5C057BEF133}" type="datetime1">
              <a:rPr lang="en-US" smtClean="0"/>
              <a:pPr/>
              <a:t>4/20/2023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D585F910-C223-47DB-A339-4B2568F5158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A1951BC-AD7E-4B42-A4C7-E9F5E626CDDB}" type="datetime1">
              <a:rPr lang="en-US" smtClean="0"/>
              <a:pPr/>
              <a:t>4/20/2023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5F910-C223-47DB-A339-4B2568F5158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5D518DE-4FE1-4C1A-A430-C9B6104819C6}" type="datetime1">
              <a:rPr lang="en-US" smtClean="0"/>
              <a:pPr/>
              <a:t>4/20/2023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85F910-C223-47DB-A339-4B2568F5158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8FCA0D6-DB77-49DD-82BB-EE665D894587}" type="datetime1">
              <a:rPr lang="en-US" smtClean="0"/>
              <a:pPr/>
              <a:t>4/20/2023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85F910-C223-47DB-A339-4B2568F5158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7DAF45-0D7C-4FFB-9800-DC210153CFED}" type="datetime1">
              <a:rPr lang="en-US" smtClean="0"/>
              <a:pPr/>
              <a:t>4/20/2023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85F910-C223-47DB-A339-4B2568F5158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F23FBB5-0036-4917-8737-E8B14B6458FC}" type="datetime1">
              <a:rPr lang="en-US" smtClean="0"/>
              <a:pPr/>
              <a:t>4/20/2023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5F910-C223-47DB-A339-4B2568F5158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7E6AF1B-0F97-4AB5-A9C4-52767E47F271}" type="datetime1">
              <a:rPr lang="en-US" smtClean="0"/>
              <a:pPr/>
              <a:t>4/20/2023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85F910-C223-47DB-A339-4B2568F5158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997E3F2-5DA4-4DCB-AE19-A5369C96D731}" type="datetime1">
              <a:rPr lang="en-US" smtClean="0"/>
              <a:pPr/>
              <a:t>4/20/2023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5F910-C223-47DB-A339-4B2568F5158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3391A2D-2AFA-4731-8C12-107038A55B13}" type="datetime1">
              <a:rPr lang="en-US" smtClean="0"/>
              <a:pPr/>
              <a:t>4/20/2023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85F910-C223-47DB-A339-4B2568F5158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048B9925-2E2F-4BD1-978C-D55CFEA86CFC}" type="datetime1">
              <a:rPr lang="en-US" smtClean="0"/>
              <a:pPr/>
              <a:t>4/20/2023</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D585F910-C223-47DB-A339-4B2568F51582}"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hf hdr="0" ftr="0" dt="0"/>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0034" y="214290"/>
            <a:ext cx="7772400" cy="1470025"/>
          </a:xfrm>
        </p:spPr>
        <p:txBody>
          <a:bodyPr>
            <a:noAutofit/>
          </a:bodyPr>
          <a:lstStyle/>
          <a:p>
            <a:r>
              <a:rPr lang="en-US" sz="2000" dirty="0"/>
              <a:t>Indian Institute of Information &amp; Technology, </a:t>
            </a:r>
            <a:br>
              <a:rPr lang="en-US" sz="2000" dirty="0"/>
            </a:br>
            <a:r>
              <a:rPr lang="en-US" sz="2000" dirty="0"/>
              <a:t>Bhopal</a:t>
            </a:r>
            <a:br>
              <a:rPr lang="en-US" sz="2000" dirty="0"/>
            </a:br>
            <a:r>
              <a:rPr lang="en-US" sz="2000" dirty="0"/>
              <a:t>ECE 6th Sem. </a:t>
            </a:r>
            <a:br>
              <a:rPr lang="en-US" sz="2000" dirty="0"/>
            </a:br>
            <a:r>
              <a:rPr lang="en-US" sz="2000" dirty="0"/>
              <a:t>Minor Project -2023</a:t>
            </a:r>
          </a:p>
        </p:txBody>
      </p:sp>
      <p:sp>
        <p:nvSpPr>
          <p:cNvPr id="5" name="Slide Number Placeholder 4"/>
          <p:cNvSpPr>
            <a:spLocks noGrp="1"/>
          </p:cNvSpPr>
          <p:nvPr>
            <p:ph type="sldNum" sz="quarter" idx="12"/>
          </p:nvPr>
        </p:nvSpPr>
        <p:spPr/>
        <p:txBody>
          <a:bodyPr/>
          <a:lstStyle/>
          <a:p>
            <a:fld id="{D585F910-C223-47DB-A339-4B2568F51582}" type="slidenum">
              <a:rPr lang="en-US" smtClean="0"/>
              <a:pPr/>
              <a:t>1</a:t>
            </a:fld>
            <a:endParaRPr lang="en-US"/>
          </a:p>
        </p:txBody>
      </p:sp>
      <p:sp>
        <p:nvSpPr>
          <p:cNvPr id="3" name="Subtitle 2"/>
          <p:cNvSpPr>
            <a:spLocks noGrp="1"/>
          </p:cNvSpPr>
          <p:nvPr>
            <p:ph type="subTitle" idx="1"/>
          </p:nvPr>
        </p:nvSpPr>
        <p:spPr>
          <a:xfrm>
            <a:off x="1428728" y="1857364"/>
            <a:ext cx="6400800" cy="4500594"/>
          </a:xfrm>
        </p:spPr>
        <p:txBody>
          <a:bodyPr>
            <a:normAutofit fontScale="25000" lnSpcReduction="20000"/>
          </a:bodyPr>
          <a:lstStyle/>
          <a:p>
            <a:pPr algn="l"/>
            <a:r>
              <a:rPr lang="en-US" sz="8000" dirty="0"/>
              <a:t>Group No</a:t>
            </a:r>
            <a:r>
              <a:rPr lang="en-US" sz="8000" dirty="0" smtClean="0"/>
              <a:t>.</a:t>
            </a:r>
          </a:p>
          <a:p>
            <a:pPr algn="l"/>
            <a:endParaRPr lang="en-US" sz="8000" dirty="0"/>
          </a:p>
          <a:p>
            <a:r>
              <a:rPr lang="en-US" sz="8000" dirty="0" smtClean="0"/>
              <a:t>         Group 10</a:t>
            </a:r>
          </a:p>
          <a:p>
            <a:endParaRPr lang="en-US" sz="8000" dirty="0" smtClean="0"/>
          </a:p>
          <a:p>
            <a:r>
              <a:rPr lang="en-US" sz="8000" dirty="0" smtClean="0"/>
              <a:t>Team  Members:-</a:t>
            </a:r>
          </a:p>
          <a:p>
            <a:pPr algn="l"/>
            <a:endParaRPr lang="en-US" sz="8000" dirty="0"/>
          </a:p>
          <a:p>
            <a:pPr algn="l"/>
            <a:r>
              <a:rPr lang="en-US" sz="8000" dirty="0" smtClean="0"/>
              <a:t>               Student Name                   Scholar No.</a:t>
            </a:r>
          </a:p>
          <a:p>
            <a:pPr algn="l"/>
            <a:r>
              <a:rPr lang="en-US" sz="8000" dirty="0" smtClean="0"/>
              <a:t>               ABHISHEK BRAJVASI     20U01047</a:t>
            </a:r>
          </a:p>
          <a:p>
            <a:pPr algn="l"/>
            <a:r>
              <a:rPr lang="en-US" sz="8000" dirty="0" smtClean="0"/>
              <a:t>               ARPEET BHAISARE         20U01041</a:t>
            </a:r>
          </a:p>
          <a:p>
            <a:pPr algn="l"/>
            <a:r>
              <a:rPr lang="en-US" sz="8000" dirty="0" smtClean="0"/>
              <a:t>               SRIRAMA ANIKETH         20U01052</a:t>
            </a:r>
          </a:p>
          <a:p>
            <a:pPr algn="l"/>
            <a:r>
              <a:rPr lang="en-US" sz="8000" dirty="0" smtClean="0"/>
              <a:t>               SAMARTH VARSHNEY   20U01024</a:t>
            </a:r>
          </a:p>
          <a:p>
            <a:endParaRPr lang="en-US" sz="9600" dirty="0" smtClean="0"/>
          </a:p>
          <a:p>
            <a:r>
              <a:rPr lang="en-US" sz="9600" dirty="0" smtClean="0"/>
              <a:t>Supervisor</a:t>
            </a:r>
            <a:endParaRPr lang="en-US" sz="9600" dirty="0"/>
          </a:p>
          <a:p>
            <a:r>
              <a:rPr lang="en-US" sz="9600" dirty="0"/>
              <a:t>Dr. Bhupendra Singh Kirar</a:t>
            </a:r>
          </a:p>
          <a:p>
            <a:pPr algn="l"/>
            <a:r>
              <a:rPr lang="en-US" sz="9600" dirty="0"/>
              <a:t> </a:t>
            </a:r>
          </a:p>
          <a:p>
            <a:pPr algn="l"/>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500174"/>
            <a:ext cx="8229600" cy="1143000"/>
          </a:xfrm>
        </p:spPr>
        <p:txBody>
          <a:bodyPr>
            <a:normAutofit fontScale="90000"/>
          </a:bodyPr>
          <a:lstStyle/>
          <a:p>
            <a:r>
              <a:rPr lang="en-US" sz="4400" dirty="0" smtClean="0"/>
              <a:t>ON OFF SYSTEM USING ARDUINO AND </a:t>
            </a:r>
            <a:r>
              <a:rPr lang="en-US" sz="4400" dirty="0" smtClean="0"/>
              <a:t>BLUETOOTH</a:t>
            </a:r>
            <a:endParaRPr lang="en-US" dirty="0"/>
          </a:p>
        </p:txBody>
      </p:sp>
      <p:pic>
        <p:nvPicPr>
          <p:cNvPr id="5" name="Content Placeholder 4" descr="1234.jpeg"/>
          <p:cNvPicPr>
            <a:picLocks noGrp="1" noChangeAspect="1"/>
          </p:cNvPicPr>
          <p:nvPr>
            <p:ph idx="1"/>
          </p:nvPr>
        </p:nvPicPr>
        <p:blipFill>
          <a:blip r:embed="rId2"/>
          <a:stretch>
            <a:fillRect/>
          </a:stretch>
        </p:blipFill>
        <p:spPr>
          <a:xfrm rot="16200000">
            <a:off x="3028949" y="2471722"/>
            <a:ext cx="3171901" cy="4229202"/>
          </a:xfrm>
        </p:spPr>
      </p:pic>
      <p:sp>
        <p:nvSpPr>
          <p:cNvPr id="4" name="Slide Number Placeholder 3"/>
          <p:cNvSpPr>
            <a:spLocks noGrp="1"/>
          </p:cNvSpPr>
          <p:nvPr>
            <p:ph type="sldNum" sz="quarter" idx="12"/>
          </p:nvPr>
        </p:nvSpPr>
        <p:spPr/>
        <p:txBody>
          <a:bodyPr/>
          <a:lstStyle/>
          <a:p>
            <a:fld id="{D585F910-C223-47DB-A339-4B2568F51582}"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a:t>
            </a:r>
            <a:endParaRPr lang="en-US" dirty="0"/>
          </a:p>
        </p:txBody>
      </p:sp>
      <p:sp>
        <p:nvSpPr>
          <p:cNvPr id="3" name="Content Placeholder 2"/>
          <p:cNvSpPr>
            <a:spLocks noGrp="1"/>
          </p:cNvSpPr>
          <p:nvPr>
            <p:ph idx="1"/>
          </p:nvPr>
        </p:nvSpPr>
        <p:spPr/>
        <p:txBody>
          <a:bodyPr/>
          <a:lstStyle/>
          <a:p>
            <a:r>
              <a:rPr lang="en-US" dirty="0" smtClean="0"/>
              <a:t>Introduction</a:t>
            </a:r>
          </a:p>
          <a:p>
            <a:r>
              <a:rPr lang="en-US" dirty="0" smtClean="0"/>
              <a:t>Bluetooth control lamp process:-</a:t>
            </a:r>
            <a:endParaRPr lang="en-US" dirty="0" smtClean="0"/>
          </a:p>
          <a:p>
            <a:r>
              <a:rPr lang="en-US" dirty="0" smtClean="0"/>
              <a:t>Hardware Required</a:t>
            </a:r>
          </a:p>
          <a:p>
            <a:r>
              <a:rPr lang="en-US" dirty="0" smtClean="0"/>
              <a:t>Software Required</a:t>
            </a:r>
          </a:p>
          <a:p>
            <a:r>
              <a:rPr lang="en-US" dirty="0" smtClean="0"/>
              <a:t>Circuit diagram</a:t>
            </a:r>
          </a:p>
          <a:p>
            <a:r>
              <a:rPr lang="en-US" dirty="0" smtClean="0"/>
              <a:t>Coding </a:t>
            </a:r>
          </a:p>
          <a:p>
            <a:r>
              <a:rPr lang="en-US" dirty="0" smtClean="0"/>
              <a:t>Conclusion </a:t>
            </a:r>
            <a:r>
              <a:rPr lang="en-US" dirty="0" smtClean="0"/>
              <a:t>&amp; future scope</a:t>
            </a:r>
            <a:endParaRPr lang="en-US" dirty="0"/>
          </a:p>
        </p:txBody>
      </p:sp>
      <p:sp>
        <p:nvSpPr>
          <p:cNvPr id="4" name="Slide Number Placeholder 3"/>
          <p:cNvSpPr>
            <a:spLocks noGrp="1"/>
          </p:cNvSpPr>
          <p:nvPr>
            <p:ph type="sldNum" sz="quarter" idx="12"/>
          </p:nvPr>
        </p:nvSpPr>
        <p:spPr/>
        <p:txBody>
          <a:bodyPr/>
          <a:lstStyle/>
          <a:p>
            <a:fld id="{D585F910-C223-47DB-A339-4B2568F51582}"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559482"/>
          </a:xfrm>
        </p:spPr>
        <p:txBody>
          <a:bodyPr>
            <a:normAutofit fontScale="90000"/>
          </a:bodyPr>
          <a:lstStyle/>
          <a:p>
            <a:pPr algn="ctr"/>
            <a:r>
              <a:rPr lang="en-US" sz="2800" dirty="0" smtClean="0"/>
              <a:t>ON OFF SYSTEM USING ARDUINO AND BLETOOTH</a:t>
            </a:r>
            <a:endParaRPr lang="en-US" sz="2800" dirty="0"/>
          </a:p>
        </p:txBody>
      </p:sp>
      <p:sp>
        <p:nvSpPr>
          <p:cNvPr id="3" name="Content Placeholder 2"/>
          <p:cNvSpPr>
            <a:spLocks noGrp="1"/>
          </p:cNvSpPr>
          <p:nvPr>
            <p:ph idx="1"/>
          </p:nvPr>
        </p:nvSpPr>
        <p:spPr>
          <a:xfrm>
            <a:off x="914400" y="1357298"/>
            <a:ext cx="7772400" cy="4998262"/>
          </a:xfrm>
        </p:spPr>
        <p:txBody>
          <a:bodyPr>
            <a:normAutofit fontScale="92500"/>
          </a:bodyPr>
          <a:lstStyle/>
          <a:p>
            <a:pPr algn="ctr"/>
            <a:r>
              <a:rPr lang="en-US" sz="2400" dirty="0" smtClean="0"/>
              <a:t>INTRODUCTION </a:t>
            </a:r>
            <a:endParaRPr lang="en-US" sz="2400" dirty="0" smtClean="0"/>
          </a:p>
          <a:p>
            <a:pPr algn="ctr"/>
            <a:r>
              <a:rPr lang="en-US" sz="2400" dirty="0" smtClean="0"/>
              <a:t>We </a:t>
            </a:r>
            <a:r>
              <a:rPr lang="en-US" sz="2400" dirty="0" smtClean="0"/>
              <a:t>are going to build a on off system using </a:t>
            </a:r>
            <a:r>
              <a:rPr lang="en-US" sz="2400" dirty="0" smtClean="0"/>
              <a:t>Arduino</a:t>
            </a:r>
            <a:r>
              <a:rPr lang="en-US" sz="2400" dirty="0" smtClean="0"/>
              <a:t> Bluetooth</a:t>
            </a:r>
            <a:r>
              <a:rPr lang="en-US" sz="2400" dirty="0" smtClean="0"/>
              <a:t> </a:t>
            </a:r>
            <a:r>
              <a:rPr lang="en-US" sz="2400" dirty="0" smtClean="0"/>
              <a:t>module and it is totally Smartphone </a:t>
            </a:r>
            <a:r>
              <a:rPr lang="en-US" sz="2400" dirty="0" smtClean="0"/>
              <a:t>based </a:t>
            </a:r>
            <a:endParaRPr lang="en-US" sz="2400" dirty="0" smtClean="0"/>
          </a:p>
          <a:p>
            <a:pPr algn="ctr"/>
            <a:r>
              <a:rPr lang="en-US" sz="2400" dirty="0" smtClean="0"/>
              <a:t>Here </a:t>
            </a:r>
            <a:r>
              <a:rPr lang="en-US" sz="2400" dirty="0" smtClean="0"/>
              <a:t>we will control a light using my Smartphone </a:t>
            </a:r>
            <a:endParaRPr lang="en-US" sz="2400" dirty="0" smtClean="0"/>
          </a:p>
          <a:p>
            <a:pPr algn="ctr">
              <a:buNone/>
            </a:pPr>
            <a:r>
              <a:rPr lang="en-US" sz="2400" dirty="0" smtClean="0"/>
              <a:t> </a:t>
            </a:r>
            <a:r>
              <a:rPr lang="en-US" sz="2400" dirty="0" smtClean="0"/>
              <a:t>For making this project we are using Arduino Bluetooth </a:t>
            </a:r>
            <a:r>
              <a:rPr lang="en-US" sz="2400" dirty="0" smtClean="0"/>
              <a:t>Module and </a:t>
            </a:r>
            <a:r>
              <a:rPr lang="en-US" sz="2400" dirty="0" smtClean="0"/>
              <a:t>Relay </a:t>
            </a:r>
            <a:r>
              <a:rPr lang="en-US" sz="2400" dirty="0" smtClean="0"/>
              <a:t>Module</a:t>
            </a:r>
          </a:p>
          <a:p>
            <a:pPr algn="ctr">
              <a:buNone/>
            </a:pPr>
            <a:r>
              <a:rPr lang="en-US" sz="2400" dirty="0" smtClean="0"/>
              <a:t> </a:t>
            </a:r>
            <a:r>
              <a:rPr lang="en-US" sz="2400" dirty="0" smtClean="0"/>
              <a:t>The on off circuit is built around An Arduino Uno board </a:t>
            </a:r>
            <a:r>
              <a:rPr lang="en-US" sz="2400" dirty="0" smtClean="0"/>
              <a:t>,Bluetooth module </a:t>
            </a:r>
            <a:r>
              <a:rPr lang="en-US" sz="2400" dirty="0" smtClean="0"/>
              <a:t>HC-05 and a 1-channel relay </a:t>
            </a:r>
            <a:r>
              <a:rPr lang="en-US" sz="2400" dirty="0" smtClean="0"/>
              <a:t>board </a:t>
            </a:r>
          </a:p>
          <a:p>
            <a:pPr algn="ctr"/>
            <a:r>
              <a:rPr lang="en-US" sz="2400" dirty="0" smtClean="0"/>
              <a:t>The </a:t>
            </a:r>
            <a:r>
              <a:rPr lang="en-US" sz="2400" dirty="0" smtClean="0"/>
              <a:t>number of channels depends on the number of appliances you wish to </a:t>
            </a:r>
            <a:r>
              <a:rPr lang="en-US" sz="2400" dirty="0" smtClean="0"/>
              <a:t>control</a:t>
            </a:r>
          </a:p>
          <a:p>
            <a:pPr algn="ctr"/>
            <a:r>
              <a:rPr lang="en-US" sz="2400" dirty="0" smtClean="0"/>
              <a:t> </a:t>
            </a:r>
            <a:r>
              <a:rPr lang="en-US" sz="2400" dirty="0" smtClean="0"/>
              <a:t>• Arduino Uno is powered with a 5V DC adaptor/power source</a:t>
            </a:r>
            <a:endParaRPr lang="en-US" sz="2400" dirty="0" smtClean="0"/>
          </a:p>
        </p:txBody>
      </p:sp>
      <p:sp>
        <p:nvSpPr>
          <p:cNvPr id="4" name="Slide Number Placeholder 3"/>
          <p:cNvSpPr>
            <a:spLocks noGrp="1"/>
          </p:cNvSpPr>
          <p:nvPr>
            <p:ph type="sldNum" sz="quarter" idx="12"/>
          </p:nvPr>
        </p:nvSpPr>
        <p:spPr/>
        <p:txBody>
          <a:bodyPr>
            <a:normAutofit/>
          </a:bodyPr>
          <a:lstStyle/>
          <a:p>
            <a:fld id="{D585F910-C223-47DB-A339-4B2568F51582}"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Bluetooth control lamp process:-</a:t>
            </a:r>
            <a:endParaRPr lang="en-US" sz="2800" dirty="0"/>
          </a:p>
        </p:txBody>
      </p:sp>
      <p:sp>
        <p:nvSpPr>
          <p:cNvPr id="3" name="Content Placeholder 2"/>
          <p:cNvSpPr>
            <a:spLocks noGrp="1"/>
          </p:cNvSpPr>
          <p:nvPr>
            <p:ph idx="1"/>
          </p:nvPr>
        </p:nvSpPr>
        <p:spPr/>
        <p:txBody>
          <a:bodyPr/>
          <a:lstStyle/>
          <a:p>
            <a:r>
              <a:rPr lang="en-US" sz="2400" dirty="0" smtClean="0"/>
              <a:t>lamp is powered on, when a signal is received through a Bluetooth control app on a Smartphone, it is captured by the Bluetooth module.</a:t>
            </a:r>
          </a:p>
          <a:p>
            <a:r>
              <a:rPr lang="en-US" sz="2400" dirty="0" smtClean="0"/>
              <a:t>Signal is transmitted to the Arduino board via serial communication.</a:t>
            </a:r>
          </a:p>
          <a:p>
            <a:r>
              <a:rPr lang="en-US" sz="2400" dirty="0" smtClean="0"/>
              <a:t> If the Signal value is related to the program, then the relay module  will be ON  or OFF.</a:t>
            </a:r>
          </a:p>
          <a:p>
            <a:r>
              <a:rPr lang="en-US" sz="2400" dirty="0" smtClean="0"/>
              <a:t> That s, the bulb turns on or off.</a:t>
            </a:r>
            <a:endParaRPr lang="en-US" sz="2400" dirty="0"/>
          </a:p>
        </p:txBody>
      </p:sp>
      <p:sp>
        <p:nvSpPr>
          <p:cNvPr id="4" name="Slide Number Placeholder 3"/>
          <p:cNvSpPr>
            <a:spLocks noGrp="1"/>
          </p:cNvSpPr>
          <p:nvPr>
            <p:ph type="sldNum" sz="quarter" idx="12"/>
          </p:nvPr>
        </p:nvSpPr>
        <p:spPr/>
        <p:txBody>
          <a:bodyPr/>
          <a:lstStyle/>
          <a:p>
            <a:fld id="{D585F910-C223-47DB-A339-4B2568F51582}"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Components Required:-</a:t>
            </a:r>
            <a:endParaRPr lang="en-US" sz="2800" dirty="0"/>
          </a:p>
        </p:txBody>
      </p:sp>
      <p:sp>
        <p:nvSpPr>
          <p:cNvPr id="3" name="Content Placeholder 2"/>
          <p:cNvSpPr>
            <a:spLocks noGrp="1"/>
          </p:cNvSpPr>
          <p:nvPr>
            <p:ph idx="1"/>
          </p:nvPr>
        </p:nvSpPr>
        <p:spPr/>
        <p:txBody>
          <a:bodyPr>
            <a:normAutofit/>
          </a:bodyPr>
          <a:lstStyle/>
          <a:p>
            <a:pPr>
              <a:buFont typeface="Wingdings" pitchFamily="2" charset="2"/>
              <a:buChar char="§"/>
            </a:pPr>
            <a:r>
              <a:rPr lang="en-US" sz="2800" dirty="0" smtClean="0"/>
              <a:t>The on /off system contains four hardware components -  </a:t>
            </a:r>
          </a:p>
          <a:p>
            <a:pPr>
              <a:buFont typeface="Wingdings" pitchFamily="2" charset="2"/>
              <a:buChar char="Ø"/>
            </a:pPr>
            <a:r>
              <a:rPr lang="en-US" sz="2800" dirty="0" smtClean="0"/>
              <a:t>Smartphone  </a:t>
            </a:r>
          </a:p>
          <a:p>
            <a:pPr>
              <a:buFont typeface="Wingdings" pitchFamily="2" charset="2"/>
              <a:buChar char="Ø"/>
            </a:pPr>
            <a:r>
              <a:rPr lang="en-US" sz="2800" dirty="0" smtClean="0"/>
              <a:t>Arduino board </a:t>
            </a:r>
          </a:p>
          <a:p>
            <a:pPr>
              <a:buFont typeface="Wingdings" pitchFamily="2" charset="2"/>
              <a:buChar char="Ø"/>
            </a:pPr>
            <a:r>
              <a:rPr lang="en-US" sz="2800" dirty="0" smtClean="0"/>
              <a:t>Bluetooth module </a:t>
            </a:r>
          </a:p>
          <a:p>
            <a:pPr>
              <a:buFont typeface="Wingdings" pitchFamily="2" charset="2"/>
              <a:buChar char="Ø"/>
            </a:pPr>
            <a:r>
              <a:rPr lang="en-US" sz="2800" dirty="0" smtClean="0"/>
              <a:t>relay module. </a:t>
            </a:r>
          </a:p>
        </p:txBody>
      </p:sp>
      <p:sp>
        <p:nvSpPr>
          <p:cNvPr id="4" name="Slide Number Placeholder 3"/>
          <p:cNvSpPr>
            <a:spLocks noGrp="1"/>
          </p:cNvSpPr>
          <p:nvPr>
            <p:ph type="sldNum" sz="quarter" idx="12"/>
          </p:nvPr>
        </p:nvSpPr>
        <p:spPr/>
        <p:txBody>
          <a:bodyPr/>
          <a:lstStyle/>
          <a:p>
            <a:fld id="{D585F910-C223-47DB-A339-4B2568F51582}"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559482"/>
          </a:xfrm>
        </p:spPr>
        <p:txBody>
          <a:bodyPr/>
          <a:lstStyle/>
          <a:p>
            <a:r>
              <a:rPr lang="en-US" sz="2800" dirty="0" smtClean="0"/>
              <a:t>Arduino UNO:-</a:t>
            </a:r>
            <a:endParaRPr lang="en-US" sz="2800" dirty="0"/>
          </a:p>
        </p:txBody>
      </p:sp>
      <p:sp>
        <p:nvSpPr>
          <p:cNvPr id="3" name="Content Placeholder 2"/>
          <p:cNvSpPr>
            <a:spLocks noGrp="1"/>
          </p:cNvSpPr>
          <p:nvPr>
            <p:ph idx="1"/>
          </p:nvPr>
        </p:nvSpPr>
        <p:spPr>
          <a:xfrm>
            <a:off x="914400" y="1357298"/>
            <a:ext cx="4657732" cy="4572032"/>
          </a:xfrm>
        </p:spPr>
        <p:txBody>
          <a:bodyPr>
            <a:normAutofit fontScale="77500" lnSpcReduction="20000"/>
          </a:bodyPr>
          <a:lstStyle/>
          <a:p>
            <a:r>
              <a:rPr lang="en-US" sz="2400" dirty="0" smtClean="0"/>
              <a:t>Arduino Uno is an open-source microcontroller board based on the processor ATmega328P. There are 14 digital I/O pins, 6 analog inputs, a USB connection, a power jack, an ICSP header, and a reset button. It contains all the necessary modules needed to support the microcontroller. Just plug it into a computer with a USB cable or power it with an adapter to get started. You can experiment with your Arduino without worrying too much about it. In the event of a worst-case scenario, you could buy a new one as the Uno is very economical compared to other boards like raspberry pi, STM, etc</a:t>
            </a:r>
            <a:endParaRPr lang="en-US" sz="2400" dirty="0" smtClean="0"/>
          </a:p>
        </p:txBody>
      </p:sp>
      <p:sp>
        <p:nvSpPr>
          <p:cNvPr id="4" name="Slide Number Placeholder 3"/>
          <p:cNvSpPr>
            <a:spLocks noGrp="1"/>
          </p:cNvSpPr>
          <p:nvPr>
            <p:ph type="sldNum" sz="quarter" idx="12"/>
          </p:nvPr>
        </p:nvSpPr>
        <p:spPr/>
        <p:txBody>
          <a:bodyPr/>
          <a:lstStyle/>
          <a:p>
            <a:fld id="{D585F910-C223-47DB-A339-4B2568F51582}" type="slidenum">
              <a:rPr lang="en-US" smtClean="0"/>
              <a:pPr/>
              <a:t>7</a:t>
            </a:fld>
            <a:endParaRPr lang="en-US"/>
          </a:p>
        </p:txBody>
      </p:sp>
      <p:pic>
        <p:nvPicPr>
          <p:cNvPr id="5" name="image18.jpeg"/>
          <p:cNvPicPr/>
          <p:nvPr/>
        </p:nvPicPr>
        <p:blipFill>
          <a:blip r:embed="rId2" cstate="print"/>
          <a:stretch>
            <a:fillRect/>
          </a:stretch>
        </p:blipFill>
        <p:spPr>
          <a:xfrm>
            <a:off x="5715008" y="1500174"/>
            <a:ext cx="3261749" cy="36433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Arduino Boards:-</a:t>
            </a:r>
            <a:endParaRPr lang="en-US" dirty="0"/>
          </a:p>
        </p:txBody>
      </p:sp>
      <p:sp>
        <p:nvSpPr>
          <p:cNvPr id="3" name="Text Placeholder 2"/>
          <p:cNvSpPr>
            <a:spLocks noGrp="1"/>
          </p:cNvSpPr>
          <p:nvPr>
            <p:ph type="body" idx="2"/>
          </p:nvPr>
        </p:nvSpPr>
        <p:spPr>
          <a:xfrm>
            <a:off x="685800" y="1435100"/>
            <a:ext cx="3814762" cy="4572000"/>
          </a:xfrm>
        </p:spPr>
        <p:txBody>
          <a:bodyPr>
            <a:normAutofit/>
          </a:bodyPr>
          <a:lstStyle/>
          <a:p>
            <a:r>
              <a:rPr lang="en-US" sz="2400" dirty="0" smtClean="0"/>
              <a:t>There are different types of Arduino boards such as-</a:t>
            </a:r>
          </a:p>
          <a:p>
            <a:pPr>
              <a:buFont typeface="Arial" pitchFamily="34" charset="0"/>
              <a:buChar char="•"/>
            </a:pPr>
            <a:r>
              <a:rPr lang="en-US" sz="2400" dirty="0" smtClean="0"/>
              <a:t>  Arduino Uno</a:t>
            </a:r>
          </a:p>
          <a:p>
            <a:pPr>
              <a:buFont typeface="Arial" pitchFamily="34" charset="0"/>
              <a:buChar char="•"/>
            </a:pPr>
            <a:r>
              <a:rPr lang="en-US" sz="2400" dirty="0" smtClean="0"/>
              <a:t>  Arduino Mega(R3)Board</a:t>
            </a:r>
          </a:p>
          <a:p>
            <a:pPr>
              <a:buFont typeface="Arial" pitchFamily="34" charset="0"/>
              <a:buChar char="•"/>
            </a:pPr>
            <a:r>
              <a:rPr lang="en-US" sz="2400" dirty="0" smtClean="0"/>
              <a:t>  Lily pad Arduino Board</a:t>
            </a:r>
          </a:p>
          <a:p>
            <a:pPr>
              <a:buFont typeface="Arial" pitchFamily="34" charset="0"/>
              <a:buChar char="•"/>
            </a:pPr>
            <a:r>
              <a:rPr lang="en-US" sz="2400" dirty="0" smtClean="0"/>
              <a:t>  Arduino BT</a:t>
            </a:r>
          </a:p>
          <a:p>
            <a:pPr>
              <a:buFont typeface="Arial" pitchFamily="34" charset="0"/>
              <a:buChar char="•"/>
            </a:pPr>
            <a:r>
              <a:rPr lang="en-US" sz="2400" dirty="0" smtClean="0"/>
              <a:t>  Arduino nano</a:t>
            </a:r>
          </a:p>
          <a:p>
            <a:pPr>
              <a:buFont typeface="Arial" pitchFamily="34" charset="0"/>
              <a:buChar char="•"/>
            </a:pPr>
            <a:r>
              <a:rPr lang="en-US" sz="2400" dirty="0" smtClean="0"/>
              <a:t>  Arduino mini etc. </a:t>
            </a:r>
            <a:endParaRPr lang="en-US" sz="2400" dirty="0"/>
          </a:p>
        </p:txBody>
      </p:sp>
      <p:pic>
        <p:nvPicPr>
          <p:cNvPr id="6" name="image19.jpeg"/>
          <p:cNvPicPr>
            <a:picLocks noGrp="1"/>
          </p:cNvPicPr>
          <p:nvPr>
            <p:ph sz="half" idx="1"/>
          </p:nvPr>
        </p:nvPicPr>
        <p:blipFill>
          <a:blip r:embed="rId2" cstate="print"/>
          <a:stretch>
            <a:fillRect/>
          </a:stretch>
        </p:blipFill>
        <p:spPr>
          <a:xfrm>
            <a:off x="5000628" y="1857364"/>
            <a:ext cx="3968742" cy="2879619"/>
          </a:xfrm>
          <a:prstGeom prst="rect">
            <a:avLst/>
          </a:prstGeom>
        </p:spPr>
      </p:pic>
      <p:sp>
        <p:nvSpPr>
          <p:cNvPr id="5" name="Slide Number Placeholder 4"/>
          <p:cNvSpPr>
            <a:spLocks noGrp="1"/>
          </p:cNvSpPr>
          <p:nvPr>
            <p:ph type="sldNum" sz="quarter" idx="12"/>
          </p:nvPr>
        </p:nvSpPr>
        <p:spPr/>
        <p:txBody>
          <a:bodyPr/>
          <a:lstStyle/>
          <a:p>
            <a:fld id="{D585F910-C223-47DB-A339-4B2568F51582}"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Bluetooth module HC-05:-</a:t>
            </a:r>
            <a:br>
              <a:rPr lang="en-US" sz="3600" dirty="0" smtClean="0"/>
            </a:br>
            <a:endParaRPr lang="en-US" sz="3600" dirty="0"/>
          </a:p>
        </p:txBody>
      </p:sp>
      <p:sp>
        <p:nvSpPr>
          <p:cNvPr id="3" name="Content Placeholder 2"/>
          <p:cNvSpPr>
            <a:spLocks noGrp="1"/>
          </p:cNvSpPr>
          <p:nvPr>
            <p:ph idx="1"/>
          </p:nvPr>
        </p:nvSpPr>
        <p:spPr>
          <a:xfrm>
            <a:off x="914400" y="1428736"/>
            <a:ext cx="4943484" cy="4926824"/>
          </a:xfrm>
        </p:spPr>
        <p:txBody>
          <a:bodyPr>
            <a:normAutofit fontScale="92500"/>
          </a:bodyPr>
          <a:lstStyle/>
          <a:p>
            <a:r>
              <a:rPr lang="en-US" sz="2400" dirty="0" smtClean="0"/>
              <a:t>Bluetooth module HC-05 is used for wireless communication  between  Arduino Uno and Smartphone.</a:t>
            </a:r>
          </a:p>
          <a:p>
            <a:r>
              <a:rPr lang="en-US" sz="2400" dirty="0" smtClean="0"/>
              <a:t>HC-05 is a slave device and it can operate at power 3.6 to 6 volts.</a:t>
            </a:r>
          </a:p>
          <a:p>
            <a:r>
              <a:rPr lang="en-US" sz="2400" dirty="0" smtClean="0"/>
              <a:t> It has 6 pins: State , RXD,TXD,GND,VCC and EN.</a:t>
            </a:r>
          </a:p>
          <a:p>
            <a:r>
              <a:rPr lang="en-US" sz="2400" dirty="0" smtClean="0"/>
              <a:t> For serial communication connect TXD pin of Bluetooth module HC-05 with RX(pin0) and RXD pin with TX(pin1) of Arduino Uno.</a:t>
            </a:r>
          </a:p>
          <a:p>
            <a:endParaRPr lang="en-US" dirty="0"/>
          </a:p>
        </p:txBody>
      </p:sp>
      <p:sp>
        <p:nvSpPr>
          <p:cNvPr id="4" name="Slide Number Placeholder 3"/>
          <p:cNvSpPr>
            <a:spLocks noGrp="1"/>
          </p:cNvSpPr>
          <p:nvPr>
            <p:ph type="sldNum" sz="quarter" idx="12"/>
          </p:nvPr>
        </p:nvSpPr>
        <p:spPr/>
        <p:txBody>
          <a:bodyPr/>
          <a:lstStyle/>
          <a:p>
            <a:fld id="{D585F910-C223-47DB-A339-4B2568F51582}" type="slidenum">
              <a:rPr lang="en-US" smtClean="0"/>
              <a:pPr/>
              <a:t>9</a:t>
            </a:fld>
            <a:endParaRPr lang="en-US"/>
          </a:p>
        </p:txBody>
      </p:sp>
      <p:pic>
        <p:nvPicPr>
          <p:cNvPr id="5" name="image45.jpeg"/>
          <p:cNvPicPr/>
          <p:nvPr/>
        </p:nvPicPr>
        <p:blipFill>
          <a:blip r:embed="rId2" cstate="print"/>
          <a:stretch>
            <a:fillRect/>
          </a:stretch>
        </p:blipFill>
        <p:spPr>
          <a:xfrm>
            <a:off x="5715008" y="1714488"/>
            <a:ext cx="3205212" cy="18865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Single channel relay module:-</a:t>
            </a:r>
            <a:endParaRPr lang="en-US" sz="2800" dirty="0"/>
          </a:p>
        </p:txBody>
      </p:sp>
      <p:sp>
        <p:nvSpPr>
          <p:cNvPr id="3" name="Content Placeholder 2"/>
          <p:cNvSpPr>
            <a:spLocks noGrp="1"/>
          </p:cNvSpPr>
          <p:nvPr>
            <p:ph idx="1"/>
          </p:nvPr>
        </p:nvSpPr>
        <p:spPr>
          <a:xfrm>
            <a:off x="914400" y="1783560"/>
            <a:ext cx="5229236" cy="4572000"/>
          </a:xfrm>
        </p:spPr>
        <p:txBody>
          <a:bodyPr/>
          <a:lstStyle/>
          <a:p>
            <a:r>
              <a:rPr lang="en-US" sz="2400" dirty="0" smtClean="0"/>
              <a:t>Relay is an electromechanical device that uses an electric current to open or close the contacts of a switch. </a:t>
            </a:r>
          </a:p>
          <a:p>
            <a:r>
              <a:rPr lang="en-US" sz="2400" dirty="0" smtClean="0"/>
              <a:t>The signal-channel relay module is comprises of components that make switching and connection easier</a:t>
            </a:r>
          </a:p>
          <a:p>
            <a:endParaRPr lang="en-US" dirty="0"/>
          </a:p>
        </p:txBody>
      </p:sp>
      <p:sp>
        <p:nvSpPr>
          <p:cNvPr id="4" name="Slide Number Placeholder 3"/>
          <p:cNvSpPr>
            <a:spLocks noGrp="1"/>
          </p:cNvSpPr>
          <p:nvPr>
            <p:ph type="sldNum" sz="quarter" idx="12"/>
          </p:nvPr>
        </p:nvSpPr>
        <p:spPr/>
        <p:txBody>
          <a:bodyPr/>
          <a:lstStyle/>
          <a:p>
            <a:fld id="{D585F910-C223-47DB-A339-4B2568F51582}" type="slidenum">
              <a:rPr lang="en-US" smtClean="0"/>
              <a:pPr/>
              <a:t>10</a:t>
            </a:fld>
            <a:endParaRPr lang="en-US"/>
          </a:p>
        </p:txBody>
      </p:sp>
      <p:pic>
        <p:nvPicPr>
          <p:cNvPr id="5" name="image46.jpeg"/>
          <p:cNvPicPr/>
          <p:nvPr/>
        </p:nvPicPr>
        <p:blipFill>
          <a:blip r:embed="rId2" cstate="print"/>
          <a:stretch>
            <a:fillRect/>
          </a:stretch>
        </p:blipFill>
        <p:spPr>
          <a:xfrm>
            <a:off x="6072198" y="1857364"/>
            <a:ext cx="2877954" cy="22426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Alternate Relay Modules:-</a:t>
            </a:r>
            <a:br>
              <a:rPr lang="en-US" sz="2800" dirty="0" smtClean="0"/>
            </a:br>
            <a:endParaRPr lang="en-US" sz="2800" dirty="0"/>
          </a:p>
        </p:txBody>
      </p:sp>
      <p:sp>
        <p:nvSpPr>
          <p:cNvPr id="3" name="Content Placeholder 2"/>
          <p:cNvSpPr>
            <a:spLocks noGrp="1"/>
          </p:cNvSpPr>
          <p:nvPr>
            <p:ph idx="1"/>
          </p:nvPr>
        </p:nvSpPr>
        <p:spPr/>
        <p:txBody>
          <a:bodyPr/>
          <a:lstStyle/>
          <a:p>
            <a:r>
              <a:rPr lang="en-US" dirty="0" smtClean="0"/>
              <a:t>Dual-channel relay module</a:t>
            </a:r>
          </a:p>
          <a:p>
            <a:r>
              <a:rPr lang="en-US" dirty="0" smtClean="0"/>
              <a:t> four-channel relay module</a:t>
            </a:r>
          </a:p>
          <a:p>
            <a:r>
              <a:rPr lang="en-US" dirty="0" smtClean="0"/>
              <a:t>8-channel relay module</a:t>
            </a:r>
          </a:p>
          <a:p>
            <a:endParaRPr lang="en-US" dirty="0"/>
          </a:p>
        </p:txBody>
      </p:sp>
      <p:sp>
        <p:nvSpPr>
          <p:cNvPr id="4" name="Slide Number Placeholder 3"/>
          <p:cNvSpPr>
            <a:spLocks noGrp="1"/>
          </p:cNvSpPr>
          <p:nvPr>
            <p:ph type="sldNum" sz="quarter" idx="12"/>
          </p:nvPr>
        </p:nvSpPr>
        <p:spPr/>
        <p:txBody>
          <a:bodyPr/>
          <a:lstStyle/>
          <a:p>
            <a:fld id="{D585F910-C223-47DB-A339-4B2568F51582}"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Circuit diagram:-</a:t>
            </a:r>
            <a:br>
              <a:rPr lang="en-US" dirty="0" smtClean="0"/>
            </a:br>
            <a:endParaRPr lang="en-US" dirty="0"/>
          </a:p>
        </p:txBody>
      </p:sp>
      <p:sp>
        <p:nvSpPr>
          <p:cNvPr id="3" name="Slide Number Placeholder 2"/>
          <p:cNvSpPr>
            <a:spLocks noGrp="1"/>
          </p:cNvSpPr>
          <p:nvPr>
            <p:ph type="sldNum" sz="quarter" idx="12"/>
          </p:nvPr>
        </p:nvSpPr>
        <p:spPr/>
        <p:txBody>
          <a:bodyPr/>
          <a:lstStyle/>
          <a:p>
            <a:fld id="{D585F910-C223-47DB-A339-4B2568F51582}" type="slidenum">
              <a:rPr lang="en-US" smtClean="0"/>
              <a:pPr/>
              <a:t>12</a:t>
            </a:fld>
            <a:endParaRPr lang="en-US"/>
          </a:p>
        </p:txBody>
      </p:sp>
      <p:pic>
        <p:nvPicPr>
          <p:cNvPr id="4" name="image54.jpeg"/>
          <p:cNvPicPr/>
          <p:nvPr/>
        </p:nvPicPr>
        <p:blipFill>
          <a:blip r:embed="rId2" cstate="print"/>
          <a:stretch>
            <a:fillRect/>
          </a:stretch>
        </p:blipFill>
        <p:spPr>
          <a:xfrm>
            <a:off x="2285984" y="1571612"/>
            <a:ext cx="4929222" cy="37153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Required:-</a:t>
            </a:r>
            <a:endParaRPr lang="en-US" dirty="0"/>
          </a:p>
        </p:txBody>
      </p:sp>
      <p:sp>
        <p:nvSpPr>
          <p:cNvPr id="3" name="Content Placeholder 2"/>
          <p:cNvSpPr>
            <a:spLocks noGrp="1"/>
          </p:cNvSpPr>
          <p:nvPr>
            <p:ph idx="1"/>
          </p:nvPr>
        </p:nvSpPr>
        <p:spPr/>
        <p:txBody>
          <a:bodyPr>
            <a:normAutofit fontScale="77500" lnSpcReduction="20000"/>
          </a:bodyPr>
          <a:lstStyle/>
          <a:p>
            <a:r>
              <a:rPr lang="en-IN" dirty="0" smtClean="0"/>
              <a:t>Arduino IDE:-</a:t>
            </a:r>
          </a:p>
          <a:p>
            <a:pPr>
              <a:buFont typeface="Arial" pitchFamily="34" charset="0"/>
              <a:buChar char="•"/>
            </a:pPr>
            <a:r>
              <a:rPr lang="en-US" dirty="0" smtClean="0"/>
              <a:t>IDE stands for Integrated Development Environment, entire programming for proposed system is done in Arduino IDE tool.</a:t>
            </a:r>
          </a:p>
          <a:p>
            <a:pPr>
              <a:buFont typeface="Arial" pitchFamily="34" charset="0"/>
              <a:buChar char="•"/>
            </a:pPr>
            <a:r>
              <a:rPr lang="en-US" dirty="0" smtClean="0"/>
              <a:t> Baud rate is set to 9600 bits per second for serial communication between Arduino board and Smartphone.</a:t>
            </a:r>
          </a:p>
          <a:p>
            <a:pPr>
              <a:buFont typeface="Arial" pitchFamily="34" charset="0"/>
              <a:buChar char="•"/>
            </a:pPr>
            <a:r>
              <a:rPr lang="en-US" dirty="0" smtClean="0"/>
              <a:t>Arduino IDE commands "Seral.Available0" is used to receive data serially from Smartphone and "</a:t>
            </a:r>
            <a:r>
              <a:rPr lang="en-US" dirty="0" err="1" smtClean="0"/>
              <a:t>Serial.println</a:t>
            </a:r>
            <a:r>
              <a:rPr lang="en-US" dirty="0" smtClean="0"/>
              <a:t>()" command is used to transmit data serially from Arduino board to Smartphone.</a:t>
            </a:r>
          </a:p>
          <a:p>
            <a:pPr>
              <a:buFont typeface="Arial" pitchFamily="34" charset="0"/>
              <a:buChar char="•"/>
            </a:pPr>
            <a:r>
              <a:rPr lang="en-US" dirty="0" smtClean="0"/>
              <a:t> The code to receive data sera from Smartphone.</a:t>
            </a:r>
          </a:p>
          <a:p>
            <a:pPr>
              <a:buFont typeface="Arial" pitchFamily="34" charset="0"/>
              <a:buChar char="•"/>
            </a:pPr>
            <a:r>
              <a:rPr lang="en-US" dirty="0" smtClean="0"/>
              <a:t> State variable is used to store the value of received byte and then it is compared with different condition and perform the specific operation. The Arduino IDE code for turn ON and OFF.</a:t>
            </a:r>
          </a:p>
          <a:p>
            <a:endParaRPr lang="en-US" dirty="0"/>
          </a:p>
        </p:txBody>
      </p:sp>
      <p:sp>
        <p:nvSpPr>
          <p:cNvPr id="4" name="Slide Number Placeholder 3"/>
          <p:cNvSpPr>
            <a:spLocks noGrp="1"/>
          </p:cNvSpPr>
          <p:nvPr>
            <p:ph type="sldNum" sz="quarter" idx="12"/>
          </p:nvPr>
        </p:nvSpPr>
        <p:spPr/>
        <p:txBody>
          <a:bodyPr/>
          <a:lstStyle/>
          <a:p>
            <a:fld id="{D585F910-C223-47DB-A339-4B2568F51582}"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39784"/>
          </a:xfrm>
        </p:spPr>
        <p:txBody>
          <a:bodyPr>
            <a:normAutofit/>
          </a:bodyPr>
          <a:lstStyle/>
          <a:p>
            <a:r>
              <a:rPr lang="en-US" sz="2800" dirty="0" smtClean="0"/>
              <a:t>Arduino Bluetooth controller app:-</a:t>
            </a:r>
            <a:endParaRPr lang="en-US" sz="2800" dirty="0"/>
          </a:p>
        </p:txBody>
      </p:sp>
      <p:sp>
        <p:nvSpPr>
          <p:cNvPr id="3" name="Content Placeholder 2"/>
          <p:cNvSpPr>
            <a:spLocks noGrp="1"/>
          </p:cNvSpPr>
          <p:nvPr>
            <p:ph idx="1"/>
          </p:nvPr>
        </p:nvSpPr>
        <p:spPr>
          <a:xfrm>
            <a:off x="457200" y="1600200"/>
            <a:ext cx="8229600" cy="4900634"/>
          </a:xfrm>
        </p:spPr>
        <p:txBody>
          <a:bodyPr>
            <a:normAutofit/>
          </a:bodyPr>
          <a:lstStyle/>
          <a:p>
            <a:r>
              <a:rPr lang="en-US" sz="2400" dirty="0" smtClean="0"/>
              <a:t>The Arduino Bluetooth Controller Application make to able to remote control your device with Bluetooth Module and Arduino Board. </a:t>
            </a:r>
            <a:endParaRPr lang="en-US" sz="2400" dirty="0" smtClean="0"/>
          </a:p>
          <a:p>
            <a:r>
              <a:rPr lang="en-US" sz="2400" dirty="0" smtClean="0"/>
              <a:t>Do </a:t>
            </a:r>
            <a:r>
              <a:rPr lang="en-US" sz="2400" dirty="0" smtClean="0"/>
              <a:t>you want to control via Bluetooth the Arduino project you built? Let your Android device be a remote control for any micro-controller with a Bluetooth </a:t>
            </a:r>
            <a:r>
              <a:rPr lang="en-US" sz="2400" dirty="0" smtClean="0"/>
              <a:t>module</a:t>
            </a:r>
            <a:endParaRPr lang="en-US" sz="2400" dirty="0"/>
          </a:p>
        </p:txBody>
      </p:sp>
      <p:sp>
        <p:nvSpPr>
          <p:cNvPr id="4" name="Slide Number Placeholder 3"/>
          <p:cNvSpPr>
            <a:spLocks noGrp="1"/>
          </p:cNvSpPr>
          <p:nvPr>
            <p:ph type="sldNum" sz="quarter" idx="12"/>
          </p:nvPr>
        </p:nvSpPr>
        <p:spPr/>
        <p:txBody>
          <a:bodyPr/>
          <a:lstStyle/>
          <a:p>
            <a:fld id="{D585F910-C223-47DB-A339-4B2568F51582}" type="slidenum">
              <a:rPr lang="en-US" smtClean="0"/>
              <a:pPr/>
              <a:t>14</a:t>
            </a:fld>
            <a:endParaRPr lang="en-US"/>
          </a:p>
        </p:txBody>
      </p:sp>
      <p:sp>
        <p:nvSpPr>
          <p:cNvPr id="1026" name="AutoShape 2" descr="blob:https://web.whatsapp.com/4e46174a-ec4d-48b0-a70d-b636c2223b1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85F910-C223-47DB-A339-4B2568F51582}" type="slidenum">
              <a:rPr lang="en-US" smtClean="0"/>
              <a:pPr/>
              <a:t>15</a:t>
            </a:fld>
            <a:endParaRPr lang="en-US"/>
          </a:p>
        </p:txBody>
      </p:sp>
      <p:sp>
        <p:nvSpPr>
          <p:cNvPr id="31746" name="AutoShape 2" descr="blob:https://web.whatsapp.com/4e46174a-ec4d-48b0-a70d-b636c2223b1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 name="Picture 3" descr="app1.jpeg"/>
          <p:cNvPicPr>
            <a:picLocks noChangeAspect="1"/>
          </p:cNvPicPr>
          <p:nvPr/>
        </p:nvPicPr>
        <p:blipFill>
          <a:blip r:embed="rId2"/>
          <a:stretch>
            <a:fillRect/>
          </a:stretch>
        </p:blipFill>
        <p:spPr>
          <a:xfrm>
            <a:off x="142844" y="214290"/>
            <a:ext cx="5000660" cy="6000792"/>
          </a:xfrm>
          <a:prstGeom prst="rect">
            <a:avLst/>
          </a:prstGeom>
        </p:spPr>
      </p:pic>
      <p:pic>
        <p:nvPicPr>
          <p:cNvPr id="5" name="Picture 4" descr="app2.jpeg"/>
          <p:cNvPicPr>
            <a:picLocks noChangeAspect="1"/>
          </p:cNvPicPr>
          <p:nvPr/>
        </p:nvPicPr>
        <p:blipFill>
          <a:blip r:embed="rId3"/>
          <a:stretch>
            <a:fillRect/>
          </a:stretch>
        </p:blipFill>
        <p:spPr>
          <a:xfrm>
            <a:off x="5214942" y="285728"/>
            <a:ext cx="3714752" cy="600079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630920"/>
          </a:xfrm>
        </p:spPr>
        <p:txBody>
          <a:bodyPr>
            <a:normAutofit fontScale="90000"/>
          </a:bodyPr>
          <a:lstStyle/>
          <a:p>
            <a:r>
              <a:rPr lang="en-US" sz="2800" dirty="0" smtClean="0"/>
              <a:t>Code:-</a:t>
            </a:r>
            <a:r>
              <a:rPr lang="en-US" dirty="0" smtClean="0"/>
              <a:t/>
            </a:r>
            <a:br>
              <a:rPr lang="en-US" dirty="0" smtClean="0"/>
            </a:br>
            <a:endParaRPr lang="en-US" dirty="0"/>
          </a:p>
        </p:txBody>
      </p:sp>
      <p:sp>
        <p:nvSpPr>
          <p:cNvPr id="3" name="Content Placeholder 2"/>
          <p:cNvSpPr>
            <a:spLocks noGrp="1"/>
          </p:cNvSpPr>
          <p:nvPr>
            <p:ph sz="half" idx="1"/>
          </p:nvPr>
        </p:nvSpPr>
        <p:spPr>
          <a:xfrm>
            <a:off x="464344" y="1142985"/>
            <a:ext cx="4038600" cy="5153480"/>
          </a:xfrm>
        </p:spPr>
        <p:txBody>
          <a:bodyPr>
            <a:normAutofit fontScale="25000" lnSpcReduction="20000"/>
          </a:bodyPr>
          <a:lstStyle/>
          <a:p>
            <a:pPr>
              <a:buNone/>
            </a:pPr>
            <a:r>
              <a:rPr lang="en-US" sz="4800" dirty="0" smtClean="0"/>
              <a:t>void setup() </a:t>
            </a:r>
          </a:p>
          <a:p>
            <a:pPr>
              <a:buNone/>
            </a:pPr>
            <a:r>
              <a:rPr lang="en-US" sz="4800" dirty="0" smtClean="0"/>
              <a:t>          {</a:t>
            </a:r>
          </a:p>
          <a:p>
            <a:pPr>
              <a:buNone/>
            </a:pPr>
            <a:r>
              <a:rPr lang="en-US" sz="4800" dirty="0" smtClean="0"/>
              <a:t>           </a:t>
            </a:r>
            <a:r>
              <a:rPr lang="en-US" sz="4800" dirty="0" err="1" smtClean="0"/>
              <a:t>Serial.begin</a:t>
            </a:r>
            <a:r>
              <a:rPr lang="en-US" sz="4800" dirty="0" smtClean="0"/>
              <a:t>(9600);//enable serial monitor</a:t>
            </a:r>
          </a:p>
          <a:p>
            <a:pPr>
              <a:buNone/>
            </a:pPr>
            <a:r>
              <a:rPr lang="en-US" sz="4800" dirty="0" smtClean="0"/>
              <a:t>           </a:t>
            </a:r>
            <a:r>
              <a:rPr lang="en-US" sz="4800" dirty="0" err="1" smtClean="0"/>
              <a:t>pinMode</a:t>
            </a:r>
            <a:r>
              <a:rPr lang="en-US" sz="4800" dirty="0" smtClean="0"/>
              <a:t>(2, OUTPUT);//define relay pin</a:t>
            </a:r>
          </a:p>
          <a:p>
            <a:pPr>
              <a:buNone/>
            </a:pPr>
            <a:r>
              <a:rPr lang="en-US" sz="4800" dirty="0" smtClean="0"/>
              <a:t>           }</a:t>
            </a:r>
          </a:p>
          <a:p>
            <a:pPr>
              <a:buNone/>
            </a:pPr>
            <a:r>
              <a:rPr lang="en-US" sz="4800" dirty="0" smtClean="0"/>
              <a:t>          void loop() </a:t>
            </a:r>
          </a:p>
          <a:p>
            <a:pPr>
              <a:buNone/>
            </a:pPr>
            <a:r>
              <a:rPr lang="en-US" sz="4800" dirty="0" smtClean="0"/>
              <a:t>          {</a:t>
            </a:r>
          </a:p>
          <a:p>
            <a:pPr>
              <a:buNone/>
            </a:pPr>
            <a:r>
              <a:rPr lang="en-US" sz="4800" dirty="0" smtClean="0"/>
              <a:t>            if (</a:t>
            </a:r>
            <a:r>
              <a:rPr lang="en-US" sz="4800" dirty="0" err="1" smtClean="0"/>
              <a:t>Serial.available</a:t>
            </a:r>
            <a:r>
              <a:rPr lang="en-US" sz="4800" dirty="0" smtClean="0"/>
              <a:t>() &gt; 0) </a:t>
            </a:r>
          </a:p>
          <a:p>
            <a:pPr>
              <a:buNone/>
            </a:pPr>
            <a:r>
              <a:rPr lang="en-US" sz="4800" dirty="0" smtClean="0"/>
              <a:t>             {</a:t>
            </a:r>
          </a:p>
          <a:p>
            <a:pPr>
              <a:buNone/>
            </a:pPr>
            <a:r>
              <a:rPr lang="en-US" sz="4800" dirty="0" smtClean="0"/>
              <a:t>               value = </a:t>
            </a:r>
            <a:r>
              <a:rPr lang="en-US" sz="4800" dirty="0" err="1" smtClean="0"/>
              <a:t>Serial.read</a:t>
            </a:r>
            <a:r>
              <a:rPr lang="en-US" sz="4800" dirty="0" smtClean="0"/>
              <a:t>();//read serial value</a:t>
            </a:r>
          </a:p>
          <a:p>
            <a:pPr>
              <a:buNone/>
            </a:pPr>
            <a:r>
              <a:rPr lang="en-US" sz="4800" dirty="0" smtClean="0"/>
              <a:t>                }</a:t>
            </a:r>
          </a:p>
          <a:p>
            <a:pPr>
              <a:buNone/>
            </a:pPr>
            <a:r>
              <a:rPr lang="en-US" sz="4800" dirty="0" smtClean="0"/>
              <a:t>             if (value == '1') </a:t>
            </a:r>
          </a:p>
          <a:p>
            <a:pPr>
              <a:buNone/>
            </a:pPr>
            <a:r>
              <a:rPr lang="en-US" sz="4800" dirty="0" smtClean="0"/>
              <a:t>              {</a:t>
            </a:r>
          </a:p>
          <a:p>
            <a:pPr>
              <a:buNone/>
            </a:pPr>
            <a:r>
              <a:rPr lang="en-US" sz="4800" dirty="0" smtClean="0"/>
              <a:t>                </a:t>
            </a:r>
            <a:r>
              <a:rPr lang="en-US" sz="4800" dirty="0" err="1" smtClean="0"/>
              <a:t>digitalWrite</a:t>
            </a:r>
            <a:r>
              <a:rPr lang="en-US" sz="4800" dirty="0" smtClean="0"/>
              <a:t>(2, LOW);//lamp ON</a:t>
            </a:r>
          </a:p>
          <a:p>
            <a:pPr>
              <a:buNone/>
            </a:pPr>
            <a:r>
              <a:rPr lang="en-US" sz="4800" dirty="0" smtClean="0"/>
              <a:t>                }</a:t>
            </a:r>
          </a:p>
          <a:p>
            <a:pPr>
              <a:buNone/>
            </a:pPr>
            <a:r>
              <a:rPr lang="en-US" sz="4800" dirty="0" smtClean="0"/>
              <a:t>               else if (value == '0') </a:t>
            </a:r>
          </a:p>
          <a:p>
            <a:pPr>
              <a:buNone/>
            </a:pPr>
            <a:r>
              <a:rPr lang="en-US" sz="4800" dirty="0" smtClean="0"/>
              <a:t>               {</a:t>
            </a:r>
          </a:p>
          <a:p>
            <a:pPr>
              <a:buNone/>
            </a:pPr>
            <a:r>
              <a:rPr lang="en-US" sz="4800" dirty="0" smtClean="0"/>
              <a:t>                </a:t>
            </a:r>
            <a:r>
              <a:rPr lang="en-US" sz="4800" dirty="0" err="1" smtClean="0"/>
              <a:t>digitalWrite</a:t>
            </a:r>
            <a:r>
              <a:rPr lang="en-US" sz="4800" dirty="0" smtClean="0"/>
              <a:t>(2, HIGH);//lamp OFF</a:t>
            </a:r>
          </a:p>
          <a:p>
            <a:pPr>
              <a:buNone/>
            </a:pPr>
            <a:r>
              <a:rPr lang="en-US" sz="4800" dirty="0" smtClean="0"/>
              <a:t>                }</a:t>
            </a:r>
          </a:p>
          <a:p>
            <a:pPr>
              <a:buNone/>
            </a:pPr>
            <a:r>
              <a:rPr lang="en-US" sz="4800" dirty="0" smtClean="0"/>
              <a:t>                else</a:t>
            </a:r>
          </a:p>
          <a:p>
            <a:pPr>
              <a:buNone/>
            </a:pPr>
            <a:r>
              <a:rPr lang="en-US" sz="4800" dirty="0" smtClean="0"/>
              <a:t>                 {</a:t>
            </a:r>
          </a:p>
          <a:p>
            <a:pPr>
              <a:buNone/>
            </a:pPr>
            <a:r>
              <a:rPr lang="en-US" sz="4800" dirty="0" smtClean="0"/>
              <a:t>                  </a:t>
            </a:r>
            <a:r>
              <a:rPr lang="en-US" sz="4800" dirty="0" err="1" smtClean="0"/>
              <a:t>digitalWrite</a:t>
            </a:r>
            <a:r>
              <a:rPr lang="en-US" sz="4800" dirty="0" smtClean="0"/>
              <a:t>(2,HIGH);</a:t>
            </a:r>
          </a:p>
          <a:p>
            <a:pPr>
              <a:buNone/>
            </a:pPr>
            <a:r>
              <a:rPr lang="en-US" sz="4800" dirty="0" smtClean="0"/>
              <a:t>                   }</a:t>
            </a:r>
          </a:p>
          <a:p>
            <a:pPr>
              <a:buNone/>
            </a:pPr>
            <a:r>
              <a:rPr lang="en-US" sz="4800" dirty="0" smtClean="0"/>
              <a:t>                  }</a:t>
            </a:r>
          </a:p>
          <a:p>
            <a:endParaRPr lang="en-US" dirty="0"/>
          </a:p>
        </p:txBody>
      </p:sp>
      <p:pic>
        <p:nvPicPr>
          <p:cNvPr id="6" name="Content Placeholder 5" descr="IMG-20230417-WA0010.jpg"/>
          <p:cNvPicPr>
            <a:picLocks noGrp="1"/>
          </p:cNvPicPr>
          <p:nvPr>
            <p:ph sz="half" idx="2"/>
          </p:nvPr>
        </p:nvPicPr>
        <p:blipFill>
          <a:blip r:embed="rId2" cstate="print"/>
          <a:stretch>
            <a:fillRect/>
          </a:stretch>
        </p:blipFill>
        <p:spPr>
          <a:xfrm>
            <a:off x="4500562" y="1714488"/>
            <a:ext cx="4074334" cy="4071966"/>
          </a:xfrm>
          <a:prstGeom prst="rect">
            <a:avLst/>
          </a:prstGeom>
        </p:spPr>
      </p:pic>
      <p:sp>
        <p:nvSpPr>
          <p:cNvPr id="5" name="Slide Number Placeholder 4"/>
          <p:cNvSpPr>
            <a:spLocks noGrp="1"/>
          </p:cNvSpPr>
          <p:nvPr>
            <p:ph type="sldNum" sz="quarter" idx="12"/>
          </p:nvPr>
        </p:nvSpPr>
        <p:spPr/>
        <p:txBody>
          <a:bodyPr/>
          <a:lstStyle/>
          <a:p>
            <a:fld id="{D585F910-C223-47DB-A339-4B2568F51582}"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559482"/>
          </a:xfrm>
        </p:spPr>
        <p:txBody>
          <a:bodyPr>
            <a:normAutofit fontScale="90000"/>
          </a:bodyPr>
          <a:lstStyle/>
          <a:p>
            <a:r>
              <a:rPr lang="en-US" sz="2800" dirty="0" smtClean="0"/>
              <a:t>CONCLUSON:-</a:t>
            </a:r>
            <a:br>
              <a:rPr lang="en-US" sz="2800" dirty="0" smtClean="0"/>
            </a:br>
            <a:endParaRPr lang="en-US" sz="2800" dirty="0"/>
          </a:p>
        </p:txBody>
      </p:sp>
      <p:sp>
        <p:nvSpPr>
          <p:cNvPr id="3" name="Content Placeholder 2"/>
          <p:cNvSpPr>
            <a:spLocks noGrp="1"/>
          </p:cNvSpPr>
          <p:nvPr>
            <p:ph idx="1"/>
          </p:nvPr>
        </p:nvSpPr>
        <p:spPr/>
        <p:txBody>
          <a:bodyPr>
            <a:normAutofit fontScale="92500" lnSpcReduction="10000"/>
          </a:bodyPr>
          <a:lstStyle/>
          <a:p>
            <a:r>
              <a:rPr lang="en-US" sz="2600" dirty="0" smtClean="0"/>
              <a:t>we have introduced design and implementation of a low cost, flexible and wireless solution to the home automation.</a:t>
            </a:r>
          </a:p>
          <a:p>
            <a:r>
              <a:rPr lang="en-US" sz="2600" dirty="0" smtClean="0"/>
              <a:t> The system is secured for access from any user or intruder.</a:t>
            </a:r>
          </a:p>
          <a:p>
            <a:r>
              <a:rPr lang="en-US" sz="2600" dirty="0" smtClean="0"/>
              <a:t> The users are expected to acquire pairing password for the Arduino BT and the cell phone to access the home appliances.</a:t>
            </a:r>
          </a:p>
          <a:p>
            <a:r>
              <a:rPr lang="en-US" sz="2600" dirty="0" smtClean="0"/>
              <a:t> This adds protection from unauthorized users. </a:t>
            </a:r>
          </a:p>
          <a:p>
            <a:r>
              <a:rPr lang="en-US" sz="2600" dirty="0" smtClean="0"/>
              <a:t>This system can be used as a test bed for any appliances that require on-off switching applications without any internet connection.</a:t>
            </a:r>
          </a:p>
          <a:p>
            <a:endParaRPr lang="en-US" dirty="0"/>
          </a:p>
        </p:txBody>
      </p:sp>
      <p:sp>
        <p:nvSpPr>
          <p:cNvPr id="4" name="Slide Number Placeholder 3"/>
          <p:cNvSpPr>
            <a:spLocks noGrp="1"/>
          </p:cNvSpPr>
          <p:nvPr>
            <p:ph type="sldNum" sz="quarter" idx="12"/>
          </p:nvPr>
        </p:nvSpPr>
        <p:spPr/>
        <p:txBody>
          <a:bodyPr/>
          <a:lstStyle/>
          <a:p>
            <a:fld id="{D585F910-C223-47DB-A339-4B2568F51582}"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REFERENCES:-</a:t>
            </a:r>
            <a:br>
              <a:rPr lang="en-US" sz="2800" dirty="0" smtClean="0"/>
            </a:br>
            <a:endParaRPr lang="en-US" sz="2800" dirty="0"/>
          </a:p>
        </p:txBody>
      </p:sp>
      <p:sp>
        <p:nvSpPr>
          <p:cNvPr id="3" name="Content Placeholder 2"/>
          <p:cNvSpPr>
            <a:spLocks noGrp="1"/>
          </p:cNvSpPr>
          <p:nvPr>
            <p:ph idx="1"/>
          </p:nvPr>
        </p:nvSpPr>
        <p:spPr>
          <a:xfrm>
            <a:off x="914400" y="1357298"/>
            <a:ext cx="7772400" cy="4998262"/>
          </a:xfrm>
        </p:spPr>
        <p:txBody>
          <a:bodyPr>
            <a:normAutofit fontScale="92500"/>
          </a:bodyPr>
          <a:lstStyle/>
          <a:p>
            <a:r>
              <a:rPr lang="en-US" sz="2600" dirty="0" smtClean="0"/>
              <a:t>https://www.electronicsmedia.info/2019/02/01/basic-concept-arduino-hardware-structre-ardno/</a:t>
            </a:r>
          </a:p>
          <a:p>
            <a:r>
              <a:rPr lang="en-US" sz="2600" dirty="0" smtClean="0"/>
              <a:t>https://iwheels.co/bog/tpes-of-ardno-boards/</a:t>
            </a:r>
          </a:p>
          <a:p>
            <a:r>
              <a:rPr lang="en-US" sz="2600" dirty="0" smtClean="0"/>
              <a:t>https://www.geeksforgeeks.org/a-about-hc-05-buetooth-module-connection-wth-android/</a:t>
            </a:r>
          </a:p>
          <a:p>
            <a:r>
              <a:rPr lang="en-US" sz="2600" dirty="0" smtClean="0"/>
              <a:t>https://components101.com/switches/5v-sngle-channel-reay-modue-pinout-features-appications-working-datasheet</a:t>
            </a:r>
          </a:p>
          <a:p>
            <a:r>
              <a:rPr lang="en-US" sz="2600" dirty="0" smtClean="0"/>
              <a:t>https://www.theengneerngprojects.com/2018/10/introduction-ide.html</a:t>
            </a:r>
          </a:p>
          <a:p>
            <a:r>
              <a:rPr lang="en-US" sz="2600" dirty="0" smtClean="0"/>
              <a:t>https://pay.google.com/store/apps/detais?id=com.giuming.apps.bluetoothserialmonitor</a:t>
            </a:r>
          </a:p>
          <a:p>
            <a:endParaRPr lang="en-US" dirty="0"/>
          </a:p>
        </p:txBody>
      </p:sp>
      <p:sp>
        <p:nvSpPr>
          <p:cNvPr id="4" name="Slide Number Placeholder 3"/>
          <p:cNvSpPr>
            <a:spLocks noGrp="1"/>
          </p:cNvSpPr>
          <p:nvPr>
            <p:ph type="sldNum" sz="quarter" idx="12"/>
          </p:nvPr>
        </p:nvSpPr>
        <p:spPr/>
        <p:txBody>
          <a:bodyPr/>
          <a:lstStyle/>
          <a:p>
            <a:fld id="{D585F910-C223-47DB-A339-4B2568F51582}"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ctr"/>
            <a:r>
              <a:rPr lang="en-US" sz="6000" b="1" i="1" dirty="0" smtClean="0">
                <a:effectLst>
                  <a:outerShdw blurRad="38100" dist="38100" dir="2700000" algn="tl">
                    <a:srgbClr val="000000">
                      <a:alpha val="43137"/>
                    </a:srgbClr>
                  </a:outerShdw>
                </a:effectLst>
                <a:latin typeface="Algerian" pitchFamily="82" charset="0"/>
              </a:rPr>
              <a:t>THANKS</a:t>
            </a:r>
            <a:endParaRPr lang="en-US" sz="6000" b="1" i="1" dirty="0">
              <a:effectLst>
                <a:outerShdw blurRad="38100" dist="38100" dir="2700000" algn="tl">
                  <a:srgbClr val="000000">
                    <a:alpha val="43137"/>
                  </a:srgbClr>
                </a:outerShdw>
              </a:effectLst>
              <a:latin typeface="Algerian" pitchFamily="82" charset="0"/>
            </a:endParaRPr>
          </a:p>
        </p:txBody>
      </p:sp>
      <p:sp>
        <p:nvSpPr>
          <p:cNvPr id="4" name="Slide Number Placeholder 3"/>
          <p:cNvSpPr>
            <a:spLocks noGrp="1"/>
          </p:cNvSpPr>
          <p:nvPr>
            <p:ph type="sldNum" sz="quarter" idx="12"/>
          </p:nvPr>
        </p:nvSpPr>
        <p:spPr/>
        <p:txBody>
          <a:bodyPr/>
          <a:lstStyle/>
          <a:p>
            <a:fld id="{D585F910-C223-47DB-A339-4B2568F51582}" type="slidenum">
              <a:rPr lang="en-US" smtClean="0"/>
              <a:pPr/>
              <a:t>19</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563</TotalTime>
  <Words>946</Words>
  <Application>Microsoft Office PowerPoint</Application>
  <PresentationFormat>On-screen Show (4:3)</PresentationFormat>
  <Paragraphs>135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Apex</vt:lpstr>
      <vt:lpstr>Indian Institute of Information &amp; Technology,  Bhopal ECE 6th Sem.  Minor Project -2023</vt:lpstr>
      <vt:lpstr>ON OFF SYSTEM USING ARDUINO AND BLUETOOTH</vt:lpstr>
      <vt:lpstr>INDEX</vt:lpstr>
      <vt:lpstr>ON OFF SYSTEM USING ARDUINO AND BLETOOTH</vt:lpstr>
      <vt:lpstr>Bluetooth control lamp process:-</vt:lpstr>
      <vt:lpstr>Components Required:-</vt:lpstr>
      <vt:lpstr>Arduino UNO:-</vt:lpstr>
      <vt:lpstr>Types of Arduino Boards:-</vt:lpstr>
      <vt:lpstr>Bluetooth module HC-05:- </vt:lpstr>
      <vt:lpstr>Single channel relay module:-</vt:lpstr>
      <vt:lpstr>Alternate Relay Modules:- </vt:lpstr>
      <vt:lpstr>Circuit diagram:- </vt:lpstr>
      <vt:lpstr>Software Required:-</vt:lpstr>
      <vt:lpstr>Arduino Bluetooth controller app:-</vt:lpstr>
      <vt:lpstr>Slide 15</vt:lpstr>
      <vt:lpstr>Code:- </vt:lpstr>
      <vt:lpstr>CONCLUSON:- </vt:lpstr>
      <vt:lpstr>REFERENCES:- </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Institute of Information &amp; Technology,  Bhopal ECE 6th Sem.  Minor Project -2023</dc:title>
  <dc:creator>Windows User</dc:creator>
  <cp:lastModifiedBy>Windows User</cp:lastModifiedBy>
  <cp:revision>44</cp:revision>
  <dcterms:created xsi:type="dcterms:W3CDTF">2023-04-18T16:47:58Z</dcterms:created>
  <dcterms:modified xsi:type="dcterms:W3CDTF">2023-04-20T07:16:47Z</dcterms:modified>
</cp:coreProperties>
</file>